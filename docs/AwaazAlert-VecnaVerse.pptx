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the operator chair. Emotion is weak on Hindi audio; scripts are strong — that is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left to right. Stress speaker-relative prosody and the whole-call script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numbers prove real-time + script separation. Emotion accuracy is unproven on Hindi, and on a held-out stress set a keyword alarm out-recalled the fused score (5/5 vs 2/5) while raising more false alerts. Say so before the judges do; README has the full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time-to-triage and a playbook per scam. Keep the responsible-AI point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unique feature: script-aware fusion with explanations, not a better emotion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pPr indent="0" marL="0">
              <a:buNone/>
            </a:pPr>
            <a:r>
              <a:rPr lang="en-US" sz="2200" i="1" dirty="0">
                <a:solidFill>
                  <a:srgbClr val="E2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0" y="384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  ·  PS2 · Real-time speech emotion analysis for cybercrime investigation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understanding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on the 1930 cybercrime helpline hear fear all day and cannot hear it any more.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operator, many lines: a victim mid-"digital arrest", a fraudster being baited, a routine status query — all at once.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asks for real-time emotional signals to prioritise calls, treated as indicative, never as evidence.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reading: emotion alone is weak on Indian call audio — no Hindi SER benchmark exists; real call-centre accuracy is 55–65 %.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3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reliable is the script. Indian scams follow fixed scripts: impersonation → threat → secrecy → payment. So we fuse voice with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5120640" cy="4480560"/>
          </a:xfrm>
          <a:prstGeom prst="rect">
            <a:avLst/>
          </a:prstGeom>
          <a:solidFill>
            <a:srgbClr val="EFE6D2"/>
          </a:solidFill>
          <a:ln w="9525">
            <a:solidFill>
              <a:srgbClr val="E6D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OPERATOR NEEDS, IN ORDER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line first?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that orders the queue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one?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cues, not a black box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playbook?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scam named: digital arrest, KYC block, task scam…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I allowed to?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stored, PII hidden, "indicative only" on screen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Team: Ankit Gupta · solo build, 24 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pPr indent="0" marL="0">
              <a:buNone/>
            </a:pPr>
            <a:r>
              <a:rPr lang="en-US" sz="2200" i="1" dirty="0">
                <a:solidFill>
                  <a:srgbClr val="E2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0" y="384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  ·  three independent signals, one explainable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82296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0195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audio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 · mic / telephony /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011680" cy="82296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09067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 window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s rolling context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63040" y="2651760"/>
            <a:ext cx="18288" cy="36576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691640"/>
            <a:ext cx="3017520" cy="86868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64792"/>
            <a:ext cx="27980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emotion2vec+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/ sad / anger probabilities (FunASR)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2788920"/>
            <a:ext cx="3017520" cy="86868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862072"/>
            <a:ext cx="27980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· librosa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σ, energy, voicing — relative to this caller's own baseline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3886200"/>
            <a:ext cx="3017520" cy="86868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3959352"/>
            <a:ext cx="27980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· whisper large-v3-turbo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hi/en pinned, repetition guards → Hinglish fraud-script lexicon → named scam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V="1">
            <a:off x="2468880" y="2121408"/>
            <a:ext cx="822960" cy="1307592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2468880" y="3218688"/>
            <a:ext cx="822960" cy="210312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68880" y="3429000"/>
            <a:ext cx="822960" cy="886968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2103120"/>
            <a:ext cx="2377440" cy="1920240"/>
          </a:xfrm>
          <a:prstGeom prst="rect">
            <a:avLst/>
          </a:prstGeom>
          <a:solidFill>
            <a:srgbClr val="EFE6D2"/>
          </a:solidFill>
          <a:ln w="9525">
            <a:solidFill>
              <a:srgbClr val="E6DB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0–100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2A2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 distress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2A2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arousal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2A2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 fraud script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2A2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 speech 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121408"/>
            <a:ext cx="822960" cy="941832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6309360" y="3063240"/>
            <a:ext cx="822960" cy="155448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6309360" y="3063240"/>
            <a:ext cx="822960" cy="1252728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2103120"/>
            <a:ext cx="1783080" cy="192024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6688" y="2176272"/>
            <a:ext cx="15636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by urgency · why it lit up · named script · redacted transcript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09760" y="3063240"/>
            <a:ext cx="457200" cy="18288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level = max(peak-weighted windows, whole-transcript script scan). A named script floors the call at medium: the pattern is actionable whatever the voice does.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in "why this line lit up" is generated from a measured value — pitch σ 72 Hz, cues: cbi, parcel, arrest — never a template.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E9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WebSocket streaming, React/Vite dashboard. Audio is processed in memory and discarded; transcripts are PII-redacted by default.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pPr indent="0" marL="0">
              <a:buNone/>
            </a:pPr>
            <a:r>
              <a:rPr lang="en-US" sz="2200" i="1" dirty="0">
                <a:solidFill>
                  <a:srgbClr val="E2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0" y="384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  ·  measured on the bundled calls · python server/eval.py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22960"/>
                <a:gridCol w="822960"/>
                <a:gridCol w="20116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(synthetic, edge-tts)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arrest — scammer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arrest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Victim calling after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arrest (as described)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KYC / OTP — scammer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Remote-access takeover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task scam (English)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/ investment scam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status query —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A2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69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9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lowest: PASS · real-time factor 0.16–0.26 on one RTX 4060 laptop GPU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3–4×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vs control separation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834640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83464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3-second window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0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bytes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21208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audio written to disk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1645920"/>
            <a:ext cx="3931920" cy="4206240"/>
          </a:xfrm>
          <a:prstGeom prst="rect">
            <a:avLst/>
          </a:prstGeom>
          <a:solidFill>
            <a:srgbClr val="EFE6D2"/>
          </a:solidFill>
          <a:ln w="9525">
            <a:solidFill>
              <a:srgbClr val="E6DB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0100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calls are synthetic (flat affect): they prove the pipeline and script path, not emotion accuracy. Real-call accuracy is unmeasured.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20 extra synthetic calls: on 5 unseen scams a plain keyword alarm caught 5, our fused score 2 — but it raised fewer false alerts (1/4 vs 2/4). Legit and scam calls share vocabulary.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AwaazAlert is a ranking aid for a human operator, not a scam detector. Next step: consented, expert-labelled calls.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speaker per stream; Whisper mishears some Hinglish.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pPr indent="0" marL="0">
              <a:buNone/>
            </a:pPr>
            <a:r>
              <a:rPr lang="en-US" sz="2200" i="1" dirty="0">
                <a:solidFill>
                  <a:srgbClr val="E2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0" y="384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  ·  for the operator, the victim, and the cyber cell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</a:t>
            </a:r>
            <a:endParaRPr lang="en-US" sz="3200" dirty="0"/>
          </a:p>
        </p:txBody>
      </p:sp>
      <p:pic>
        <p:nvPicPr>
          <p:cNvPr id="5" name="Image 0" descr="C:\Users\Ankit\Desktop\awaaz-alert\web\shots\02-replay-digital-ar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register: pen trace of urgency, ink ticks for cues, the scam stamped by name.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1691640"/>
            <a:ext cx="384048" cy="384048"/>
          </a:xfrm>
          <a:prstGeom prst="ellipse">
            <a:avLst/>
          </a:prstGeom>
          <a:solidFill>
            <a:srgbClr val="E2492F"/>
          </a:solidFill>
          <a:ln w="12700">
            <a:solidFill>
              <a:srgbClr val="E249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matter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victim whose money is still in transit reaches the top of the queue; bank freeze requests go out sooner.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2697480"/>
            <a:ext cx="384048" cy="384048"/>
          </a:xfrm>
          <a:prstGeom prst="ellipse">
            <a:avLst/>
          </a:prstGeom>
          <a:solidFill>
            <a:srgbClr val="E2492F"/>
          </a:solidFill>
          <a:ln w="12700">
            <a:solidFill>
              <a:srgbClr val="E249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named playbook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971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→ hang up, no transfer, file NCRP. KYC block → call the bank's number, not the caller.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23760" y="3703320"/>
            <a:ext cx="384048" cy="384048"/>
          </a:xfrm>
          <a:prstGeom prst="ellipse">
            <a:avLst/>
          </a:prstGeom>
          <a:solidFill>
            <a:srgbClr val="E2492F"/>
          </a:solidFill>
          <a:ln w="12700">
            <a:solidFill>
              <a:srgbClr val="E249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237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not oracular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sees which cues fired and how the voice moved against its own baseline — and can disagree.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23760" y="4709160"/>
            <a:ext cx="384048" cy="384048"/>
          </a:xfrm>
          <a:prstGeom prst="ellipse">
            <a:avLst/>
          </a:prstGeom>
          <a:solidFill>
            <a:srgbClr val="E2492F"/>
          </a:solidFill>
          <a:ln w="12700">
            <a:solidFill>
              <a:srgbClr val="E249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2376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0" y="4663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where the data is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72400" y="4983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at a state cyber cell: nothing stored, PII redacted, "indicative only" on every screen.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</a:t>
            </a:r>
            <a:pPr indent="0" marL="0">
              <a:buNone/>
            </a:pPr>
            <a:r>
              <a:rPr lang="en-US" sz="2200" i="1" dirty="0">
                <a:solidFill>
                  <a:srgbClr val="E2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0" y="384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  ·  what exists · what a typical SER demo does · what AwaazAlert adds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platforms — our unique feature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393192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platforms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Uniphore, Cogito, Nemesysco: enterprise call-centre emotion analytics — English, black-box, no fraud-script awareness.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today: Goa Police AI voice assistant does complaint intake only; MHA ordered an AI upgrade (Jun 2026) — no distress or priority layer.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SER: English acted corpora (IEMOCAP, RAVDESS); 70–80 % lab, 55–65 % on real calls.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3931920"/>
          </a:xfrm>
          <a:prstGeom prst="rect">
            <a:avLst/>
          </a:prstGeom>
          <a:solidFill>
            <a:srgbClr val="1B2340"/>
          </a:solidFill>
          <a:ln w="9525">
            <a:solidFill>
              <a:srgbClr val="2D36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hackathon 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one clip → one emotion label.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benchmark voices.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transcript, no context, no queue.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about privacy.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566160" cy="3931920"/>
          </a:xfrm>
          <a:prstGeom prst="rect">
            <a:avLst/>
          </a:prstGeom>
          <a:solidFill>
            <a:srgbClr val="EFE6D2"/>
          </a:solidFill>
          <a:ln w="9525">
            <a:solidFill>
              <a:srgbClr val="E6D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AwaazAlert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66760" y="2377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voice + prosody vs the caller's own baseline + Hinglish fraud-script detection with named patterns.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across lines, 3 s windows, priority queue, strip-chart register.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built only from measured features.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2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on by default, nothing stored, "indicative only" baked into the UI.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github.com/Anki1004/awaaz-alert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AwaazAlert — VecnaVerse 2026</dc:title>
  <dc:subject>PptxGenJS Presentation</dc:subject>
  <dc:creator>PptxGenJS</dc:creator>
  <cp:lastModifiedBy>PptxGenJS</cp:lastModifiedBy>
  <cp:revision>1</cp:revision>
  <dcterms:created xsi:type="dcterms:W3CDTF">2026-10-24T08:43:16Z</dcterms:created>
  <dcterms:modified xsi:type="dcterms:W3CDTF">2026-10-24T08:43:16Z</dcterms:modified>
</cp:coreProperties>
</file>